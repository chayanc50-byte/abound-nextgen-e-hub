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Abound Next-Gen E-Hub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Website Walkthrough — Technical, Functional &amp; Aesthetic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E-commerce + multi-level business platform</a:t>
            </a:r>
          </a:p>
          <a:p>
            <a:pPr>
              <a:spcAft>
                <a:spcPts val="600"/>
              </a:spcAft>
              <a:defRPr sz="1800"/>
            </a:pPr>
            <a:r>
              <a:t>Covers: technical architecture, core features, design</a:t>
            </a:r>
          </a:p>
          <a:p>
            <a:pPr>
              <a:spcAft>
                <a:spcPts val="600"/>
              </a:spcAft>
              <a:defRPr sz="1800"/>
            </a:pPr>
            <a:r>
              <a:t>Recording tips: 8–12 min, 1080p, slow deliberate 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1. Public Pages &amp; Aesthetics</a:t>
            </a:r>
          </a:p>
          <a:p>
            <a:pPr algn="ctr">
              <a:defRPr sz="2000"/>
            </a:pPr>
            <a:r>
              <a:t>0:45 – 2:30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&amp;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Responsive layout: desktop nav vs mobile hamburger</a:t>
            </a:r>
          </a:p>
          <a:p>
            <a:pPr>
              <a:spcAft>
                <a:spcPts val="600"/>
              </a:spcAft>
              <a:defRPr sz="1800"/>
            </a:pPr>
            <a:r>
              <a:t>Logo, nav links: Home, Products, Categories, About, Contact, FAQ, Join Us</a:t>
            </a:r>
          </a:p>
          <a:p>
            <a:pPr>
              <a:spcAft>
                <a:spcPts val="600"/>
              </a:spcAft>
              <a:defRPr sz="1800"/>
            </a:pPr>
            <a:r>
              <a:t>Login, Register, cart icon</a:t>
            </a:r>
          </a:p>
          <a:p>
            <a:pPr>
              <a:spcAft>
                <a:spcPts val="600"/>
              </a:spcAft>
              <a:defRPr sz="1800"/>
            </a:pPr>
            <a:r>
              <a:t>Sidebar menu on 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Homepage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Product categories — 6 icon cards (Household, Grocery, Cosmetics, etc.)</a:t>
            </a:r>
          </a:p>
          <a:p>
            <a:pPr>
              <a:spcAft>
                <a:spcPts val="600"/>
              </a:spcAft>
              <a:defRPr sz="1800"/>
            </a:pPr>
            <a:r>
              <a:t>Popular products — cards with image, price (₹)</a:t>
            </a:r>
          </a:p>
          <a:p>
            <a:pPr>
              <a:spcAft>
                <a:spcPts val="600"/>
              </a:spcAft>
              <a:defRPr sz="1800"/>
            </a:pPr>
            <a:r>
              <a:t>Feature cards — Trusted Products, Business Opportunity, Growing Network, Support</a:t>
            </a:r>
          </a:p>
          <a:p>
            <a:pPr>
              <a:spcAft>
                <a:spcPts val="600"/>
              </a:spcAft>
              <a:defRPr sz="1800"/>
            </a:pPr>
            <a:r>
              <a:t>Business CTA — 'Build Your Own Business'</a:t>
            </a:r>
          </a:p>
          <a:p>
            <a:pPr>
              <a:spcAft>
                <a:spcPts val="600"/>
              </a:spcAft>
              <a:defRPr sz="1800"/>
            </a:pPr>
            <a:r>
              <a:t>Final CTA — 'Start Your Journey Today'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Homepage Technical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CSS Grid: categories-grid, products-grid, features-grid</a:t>
            </a:r>
          </a:p>
          <a:p>
            <a:pPr>
              <a:spcAft>
                <a:spcPts val="600"/>
              </a:spcAft>
              <a:defRPr sz="1800"/>
            </a:pPr>
            <a:r>
              <a:t>Alternating section backgrounds</a:t>
            </a:r>
          </a:p>
          <a:p>
            <a:pPr>
              <a:spcAft>
                <a:spcPts val="600"/>
              </a:spcAft>
              <a:defRPr sz="1800"/>
            </a:pPr>
            <a:r>
              <a:t>CTAs lead to register, catalog, key 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2. Product Catalog</a:t>
            </a:r>
          </a:p>
          <a:p>
            <a:pPr algn="ctr">
              <a:defRPr sz="2000"/>
            </a:pPr>
            <a:r>
              <a:t>2:30 – 3:15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List all products with category filter</a:t>
            </a:r>
          </a:p>
          <a:p>
            <a:pPr>
              <a:spcAft>
                <a:spcPts val="600"/>
              </a:spcAft>
              <a:defRPr sz="1800"/>
            </a:pPr>
            <a:r>
              <a:t>Product grid: image, name, price</a:t>
            </a:r>
          </a:p>
          <a:p>
            <a:pPr>
              <a:spcAft>
                <a:spcPts val="600"/>
              </a:spcAft>
              <a:defRPr sz="1800"/>
            </a:pPr>
            <a:r>
              <a:t>Click → login required (if not logged in)</a:t>
            </a:r>
          </a:p>
          <a:p>
            <a:pPr>
              <a:spcAft>
                <a:spcPts val="600"/>
              </a:spcAft>
              <a:defRPr sz="1800"/>
            </a:pPr>
            <a:r>
              <a:t>Tech: Flask + Jinja2, SQLAlchemy (Product, Category)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3. About &amp; Director Message</a:t>
            </a:r>
          </a:p>
          <a:p>
            <a:pPr algn="ctr">
              <a:defRPr sz="2000"/>
            </a:pPr>
            <a:r>
              <a:t>3:15 – 4:00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&amp; Director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About page: company info, 'Message from Director' card</a:t>
            </a:r>
          </a:p>
          <a:p>
            <a:pPr>
              <a:spcAft>
                <a:spcPts val="600"/>
              </a:spcAft>
              <a:defRPr sz="1800"/>
            </a:pPr>
            <a:r>
              <a:t>Director page: profile image, message, signature</a:t>
            </a:r>
          </a:p>
          <a:p>
            <a:pPr>
              <a:spcAft>
                <a:spcPts val="600"/>
              </a:spcAft>
              <a:defRPr sz="1800"/>
            </a:pPr>
            <a:r>
              <a:t>Consistent hero layout, card-based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4. Contact — Support Center</a:t>
            </a:r>
          </a:p>
          <a:p>
            <a:pPr algn="ctr">
              <a:defRPr sz="2000"/>
            </a:pPr>
            <a:r>
              <a:t>4:00 – 4:45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Page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Hero — 'Contact Us'</a:t>
            </a:r>
          </a:p>
          <a:p>
            <a:pPr>
              <a:spcAft>
                <a:spcPts val="600"/>
              </a:spcAft>
              <a:defRPr sz="1800"/>
            </a:pPr>
            <a:r>
              <a:t>Contact info — Phone, Email, Address, Facebook</a:t>
            </a:r>
          </a:p>
          <a:p>
            <a:pPr>
              <a:spcAft>
                <a:spcPts val="600"/>
              </a:spcAft>
              <a:defRPr sz="1800"/>
            </a:pPr>
            <a:r>
              <a:t>Support options — Call (tap-to-call), WhatsApp, Email</a:t>
            </a:r>
          </a:p>
          <a:p>
            <a:pPr>
              <a:spcAft>
                <a:spcPts val="600"/>
              </a:spcAft>
              <a:defRPr sz="1800"/>
            </a:pPr>
            <a:r>
              <a:t>Office address + Google Maps embed</a:t>
            </a:r>
          </a:p>
          <a:p>
            <a:pPr>
              <a:spcAft>
                <a:spcPts val="600"/>
              </a:spcAft>
              <a:defRPr sz="1800"/>
            </a:pPr>
            <a:r>
              <a:t>Contact form — Name, Email, Subject, Message</a:t>
            </a:r>
          </a:p>
          <a:p>
            <a:pPr>
              <a:spcAft>
                <a:spcPts val="600"/>
              </a:spcAft>
              <a:defRPr sz="1800"/>
            </a:pPr>
            <a:r>
              <a:t>Quick links — Home, About, FAQ, Login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POST form → Flask backend</a:t>
            </a:r>
          </a:p>
          <a:p>
            <a:pPr>
              <a:spcAft>
                <a:spcPts val="600"/>
              </a:spcAft>
              <a:defRPr sz="1800"/>
            </a:pPr>
            <a:r>
              <a:t>Email via SMTP (env configurable)</a:t>
            </a:r>
          </a:p>
          <a:p>
            <a:pPr>
              <a:spcAft>
                <a:spcPts val="600"/>
              </a:spcAft>
              <a:defRPr sz="1800"/>
            </a:pPr>
            <a:r>
              <a:t>Responsive grid for support cards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Accordion layout for common questions</a:t>
            </a:r>
          </a:p>
          <a:p>
            <a:pPr>
              <a:spcAft>
                <a:spcPts val="600"/>
              </a:spcAft>
              <a:defRPr sz="1800"/>
            </a:pPr>
            <a:r>
              <a:t>Expand/collapse interaction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6. Registration Flow</a:t>
            </a:r>
          </a:p>
          <a:p>
            <a:pPr algn="ctr">
              <a:defRPr sz="2000"/>
            </a:pPr>
            <a:r>
              <a:t>5:00 – 6:15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Register: email + referral code → Setup page</a:t>
            </a:r>
          </a:p>
          <a:p>
            <a:pPr>
              <a:spcAft>
                <a:spcPts val="600"/>
              </a:spcAft>
              <a:defRPr sz="1800"/>
            </a:pPr>
            <a:r>
              <a:t>Setup: name, username, password</a:t>
            </a:r>
          </a:p>
          <a:p>
            <a:pPr>
              <a:spcAft>
                <a:spcPts val="600"/>
              </a:spcAft>
              <a:defRPr sz="1800"/>
            </a:pPr>
            <a:r>
              <a:t>Welcome email (if configured)</a:t>
            </a:r>
          </a:p>
          <a:p>
            <a:pPr>
              <a:spcAft>
                <a:spcPts val="600"/>
              </a:spcAft>
              <a:defRPr sz="1800"/>
            </a:pPr>
            <a:r>
              <a:t>Tech: Unique referral IDs (ABN + 5 chars), parent-child hierarchy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7. Login &amp; User Dashboard</a:t>
            </a:r>
          </a:p>
          <a:p>
            <a:pPr algn="ctr">
              <a:defRPr sz="2000"/>
            </a:pPr>
            <a:r>
              <a:t>6:15 – 7:30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Dashboard — orders, team count, commissions</a:t>
            </a:r>
          </a:p>
          <a:p>
            <a:pPr>
              <a:spcAft>
                <a:spcPts val="600"/>
              </a:spcAft>
              <a:defRPr sz="1800"/>
            </a:pPr>
            <a:r>
              <a:t>Products — browse, place order (quantity, shipping)</a:t>
            </a:r>
          </a:p>
          <a:p>
            <a:pPr>
              <a:spcAft>
                <a:spcPts val="600"/>
              </a:spcAft>
              <a:defRPr sz="1800"/>
            </a:pPr>
            <a:r>
              <a:t>My Team — hierarchical team / downline view</a:t>
            </a:r>
          </a:p>
          <a:p>
            <a:pPr>
              <a:spcAft>
                <a:spcPts val="600"/>
              </a:spcAft>
              <a:defRPr sz="1800"/>
            </a:pPr>
            <a:r>
              <a:t>My Commissions — records from referred orders</a:t>
            </a:r>
          </a:p>
          <a:p>
            <a:pPr>
              <a:spcAft>
                <a:spcPts val="600"/>
              </a:spcAft>
              <a:defRPr sz="1800"/>
            </a:pPr>
            <a:r>
              <a:t>Profile, logout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Role-based access: user, admin, super_admin</a:t>
            </a:r>
          </a:p>
          <a:p>
            <a:pPr>
              <a:spcAft>
                <a:spcPts val="600"/>
              </a:spcAft>
              <a:defRPr sz="1800"/>
            </a:pPr>
            <a:r>
              <a:t>Multi-level referral structure</a:t>
            </a:r>
          </a:p>
          <a:p>
            <a:pPr>
              <a:spcAft>
                <a:spcPts val="600"/>
              </a:spcAft>
              <a:defRPr sz="1800"/>
            </a:pPr>
            <a:r>
              <a:t>Commission on paid 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8. Admin Panel</a:t>
            </a:r>
          </a:p>
          <a:p>
            <a:pPr algn="ctr">
              <a:defRPr sz="2000"/>
            </a:pPr>
            <a:r>
              <a:t>7:30 – 9:30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Dashboard — stats, quick actions</a:t>
            </a:r>
          </a:p>
          <a:p>
            <a:pPr>
              <a:spcAft>
                <a:spcPts val="600"/>
              </a:spcAft>
              <a:defRPr sz="1800"/>
            </a:pPr>
            <a:r>
              <a:t>Users — list, create, edit, delete</a:t>
            </a:r>
          </a:p>
          <a:p>
            <a:pPr>
              <a:spcAft>
                <a:spcPts val="600"/>
              </a:spcAft>
              <a:defRPr sz="1800"/>
            </a:pPr>
            <a:r>
              <a:t>Products &amp; Categories — CRUD, image upload</a:t>
            </a:r>
          </a:p>
          <a:p>
            <a:pPr>
              <a:spcAft>
                <a:spcPts val="600"/>
              </a:spcAft>
              <a:defRPr sz="1800"/>
            </a:pPr>
            <a:r>
              <a:t>Orders — status updates (Pending → Shipped → Delivered)</a:t>
            </a:r>
          </a:p>
          <a:p>
            <a:pPr>
              <a:spcAft>
                <a:spcPts val="600"/>
              </a:spcAft>
              <a:defRPr sz="1800"/>
            </a:pPr>
            <a:r>
              <a:t>Commissions — list per user</a:t>
            </a:r>
          </a:p>
          <a:p>
            <a:pPr>
              <a:spcAft>
                <a:spcPts val="600"/>
              </a:spcAft>
              <a:defRPr sz="1800"/>
            </a:pPr>
            <a:r>
              <a:t>Wallets — earnings, balance, withdrawn</a:t>
            </a:r>
          </a:p>
          <a:p>
            <a:pPr>
              <a:spcAft>
                <a:spcPts val="600"/>
              </a:spcAft>
              <a:defRPr sz="1800"/>
            </a:pPr>
            <a:r>
              <a:t>Activity Logs — admin audit trail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require_admin, require_super_admin decorators</a:t>
            </a:r>
          </a:p>
          <a:p>
            <a:pPr>
              <a:spcAft>
                <a:spcPts val="600"/>
              </a:spcAft>
              <a:defRPr sz="1800"/>
            </a:pPr>
            <a:r>
              <a:t>Models: User, Product, Order, Commission, Wallet, ActivityLog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9. Technical Summary</a:t>
            </a:r>
          </a:p>
          <a:p>
            <a:pPr algn="ctr">
              <a:defRPr sz="2000"/>
            </a:pPr>
            <a:r>
              <a:t>9:30 – 10:15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Backend: Flask, Python</a:t>
            </a:r>
          </a:p>
          <a:p>
            <a:pPr>
              <a:spcAft>
                <a:spcPts val="600"/>
              </a:spcAft>
              <a:defRPr sz="1800"/>
            </a:pPr>
            <a:r>
              <a:t>Database: SQLite via SQLAlchemy</a:t>
            </a:r>
          </a:p>
          <a:p>
            <a:pPr>
              <a:spcAft>
                <a:spcPts val="600"/>
              </a:spcAft>
              <a:defRPr sz="1800"/>
            </a:pPr>
            <a:r>
              <a:t>Auth: Werkzeug hashing, session-based</a:t>
            </a:r>
          </a:p>
          <a:p>
            <a:pPr>
              <a:spcAft>
                <a:spcPts val="600"/>
              </a:spcAft>
              <a:defRPr sz="1800"/>
            </a:pPr>
            <a:r>
              <a:t>Email: SMTP (welcome, orders, contact form)</a:t>
            </a:r>
          </a:p>
          <a:p>
            <a:pPr>
              <a:spcAft>
                <a:spcPts val="600"/>
              </a:spcAft>
              <a:defRPr sz="1800"/>
            </a:pPr>
            <a:r>
              <a:t>Frontend: Jinja2, vanilla CSS (flexbox, grid)</a:t>
            </a:r>
          </a:p>
          <a:p>
            <a:pPr>
              <a:spcAft>
                <a:spcPts val="600"/>
              </a:spcAft>
              <a:defRPr sz="1800"/>
            </a:pPr>
            <a:r>
              <a:t>Features: Multi-level hierarchy, referral IDs, commissions, RBAC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10. Responsive &amp; Closing</a:t>
            </a:r>
          </a:p>
          <a:p>
            <a:pPr algn="ctr">
              <a:defRPr sz="2000"/>
            </a:pPr>
            <a:r>
              <a:t>10:15 – 10:45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Header → hamburger on mobile</a:t>
            </a:r>
          </a:p>
          <a:p>
            <a:pPr>
              <a:spcAft>
                <a:spcPts val="600"/>
              </a:spcAft>
              <a:defRPr sz="1800"/>
            </a:pPr>
            <a:r>
              <a:t>Grids reflow for mobile</a:t>
            </a:r>
          </a:p>
          <a:p>
            <a:pPr>
              <a:spcAft>
                <a:spcPts val="600"/>
              </a:spcAft>
              <a:defRPr sz="1800"/>
            </a:pPr>
            <a:r>
              <a:t>Touch targets sized for mobile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Home: /  |  Catalog: /catalog  |  About: /about</a:t>
            </a:r>
          </a:p>
          <a:p>
            <a:pPr>
              <a:spcAft>
                <a:spcPts val="600"/>
              </a:spcAft>
              <a:defRPr sz="1800"/>
            </a:pPr>
            <a:r>
              <a:t>Director: /about/director-message  |  Contact: /contact</a:t>
            </a:r>
          </a:p>
          <a:p>
            <a:pPr>
              <a:spcAft>
                <a:spcPts val="600"/>
              </a:spcAft>
              <a:defRPr sz="1800"/>
            </a:pPr>
            <a:r>
              <a:t>FAQ: /faq  |  Register: /register  |  Login: /login</a:t>
            </a:r>
          </a:p>
          <a:p>
            <a:pPr>
              <a:spcAft>
                <a:spcPts val="600"/>
              </a:spcAft>
              <a:defRPr sz="1800"/>
            </a:pPr>
            <a:r>
              <a:t>Dashboard: /dashboard  |  Products: /products</a:t>
            </a:r>
          </a:p>
          <a:p>
            <a:pPr>
              <a:spcAft>
                <a:spcPts val="600"/>
              </a:spcAft>
              <a:defRPr sz="1800"/>
            </a:pPr>
            <a:r>
              <a:t>My Team: /my-team  |  Commissions: /my-commissions</a:t>
            </a:r>
          </a:p>
          <a:p>
            <a:pPr>
              <a:spcAft>
                <a:spcPts val="600"/>
              </a:spcAft>
              <a:defRPr sz="1800"/>
            </a:pPr>
            <a:r>
              <a:t>Admin: /admin  |  Users: /admin/users  |  Products: /admin-products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Abound Next-Gen E-Hub — Full Website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